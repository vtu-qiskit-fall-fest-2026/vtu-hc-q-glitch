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3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project title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track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team name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email@example.com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Member 2  ·  Member 3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or company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your content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your content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your content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circuit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qc.draw("mpl")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key 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your content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results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plot or table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key 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your content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your content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github.com/your-team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link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